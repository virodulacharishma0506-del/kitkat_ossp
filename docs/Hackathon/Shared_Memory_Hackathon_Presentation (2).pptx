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solidFill>
            <a:srgbClr val="12304F"/>
          </a:solidFill>
          <a:ln w="12700">
            <a:solidFill>
              <a:srgbClr val="12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Memory Based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Exchange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communication  •  Synchronization  •  Data consistency</a:t>
            </a:r>
            <a:endParaRPr lang="en-US" sz="1800" dirty="0"/>
          </a:p>
        </p:txBody>
      </p:sp>
      <p:sp>
        <p:nvSpPr>
          <p:cNvPr id="7" name="Team card"/>
          <p:cNvSpPr/>
          <p:nvPr/>
        </p:nvSpPr>
        <p:spPr>
          <a:xfrm>
            <a:off x="731520" y="3657600"/>
            <a:ext cx="6949440" cy="2651760"/>
          </a:xfrm>
          <a:prstGeom prst="roundRect">
            <a:avLst>
              <a:gd name="adj" fmla="val 4138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8   |   Section: 8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Pranavi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2520030026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Hansini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2520030095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Charishma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2520030140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577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Muniraju Naidu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exchange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118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processes need to exchange information quickly.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297680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57400"/>
            <a:ext cx="640080" cy="6400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118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updates can cause race conditions or inconsistent data.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046720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control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6118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communication area and synchronization are needed.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74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shared memory region accessible to multiple processes.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6217920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74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one process to write a message and another process to read it.</a:t>
            </a:r>
            <a:endParaRPr lang="en-US" sz="2000" dirty="0"/>
          </a:p>
        </p:txBody>
      </p:sp>
      <p:sp>
        <p:nvSpPr>
          <p:cNvPr id="13" name="Card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160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shared data using a process-shared semaphore.</a:t>
            </a:r>
            <a:endParaRPr lang="en-US" sz="2000" dirty="0"/>
          </a:p>
        </p:txBody>
      </p:sp>
      <p:sp>
        <p:nvSpPr>
          <p:cNvPr id="17" name="Card"/>
          <p:cNvSpPr/>
          <p:nvPr/>
        </p:nvSpPr>
        <p:spPr>
          <a:xfrm>
            <a:off x="6217920" y="3931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160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Python web dashboard.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28216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5448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55448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operations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548640" y="2487168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60904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4871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 shared memory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487168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shmget(), shmat(), shmdt(), shmctl()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548640" y="3419856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41985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semaphore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419856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sem_init(), sem_wait(), sem_post()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548640" y="4352544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35254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HTTP server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4352544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Standard-library server for the local dashboard</a:t>
            </a:r>
            <a:endParaRPr lang="en-US" sz="1800" dirty="0"/>
          </a:p>
        </p:txBody>
      </p:sp>
      <p:sp>
        <p:nvSpPr>
          <p:cNvPr id="25" name="Card"/>
          <p:cNvSpPr/>
          <p:nvPr/>
        </p:nvSpPr>
        <p:spPr>
          <a:xfrm>
            <a:off x="548640" y="5285232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458968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28523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compiler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5285232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WSL environment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377440"/>
            <a:ext cx="731520" cy="73152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 process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Obtains the semaphore lock and updates shared data.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A7D9"/>
                </a:solidFill>
              </a:rPr>
              <a:t>›</a:t>
            </a:r>
            <a:endParaRPr lang="en-US" sz="3200" dirty="0"/>
          </a:p>
        </p:txBody>
      </p:sp>
      <p:sp>
        <p:nvSpPr>
          <p:cNvPr id="11" name="Card"/>
          <p:cNvSpPr/>
          <p:nvPr/>
        </p:nvSpPr>
        <p:spPr>
          <a:xfrm>
            <a:off x="338328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377440"/>
            <a:ext cx="731520" cy="731520"/>
          </a:xfrm>
          <a:prstGeom prst="ellipse">
            <a:avLst/>
          </a:prstGeom>
          <a:solidFill>
            <a:srgbClr val="22C1A0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memory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latest message, version, writer PID, and timestamp.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A7D9"/>
                </a:solidFill>
              </a:rPr>
              <a:t>›</a:t>
            </a:r>
            <a:endParaRPr lang="en-US" sz="3200" dirty="0"/>
          </a:p>
        </p:txBody>
      </p:sp>
      <p:sp>
        <p:nvSpPr>
          <p:cNvPr id="17" name="Card"/>
          <p:cNvSpPr/>
          <p:nvPr/>
        </p:nvSpPr>
        <p:spPr>
          <a:xfrm>
            <a:off x="621792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377440"/>
            <a:ext cx="731520" cy="73152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866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Reader process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lock to read a consistent snapshot.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A7D9"/>
                </a:solidFill>
              </a:rPr>
              <a:t>›</a:t>
            </a:r>
            <a:endParaRPr lang="en-US" sz="3200" dirty="0"/>
          </a:p>
        </p:txBody>
      </p:sp>
      <p:sp>
        <p:nvSpPr>
          <p:cNvPr id="23" name="Card"/>
          <p:cNvSpPr/>
          <p:nvPr/>
        </p:nvSpPr>
        <p:spPr>
          <a:xfrm>
            <a:off x="905256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2377440"/>
            <a:ext cx="731520" cy="73152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C writer and provides a browser-based input form.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Shared Memory Works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37944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554480"/>
            <a:ext cx="54772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creates a memory segment that multiple processes attach to.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724912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08376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24912"/>
            <a:ext cx="54772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access the same memory area instead of sending separate copies.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548640" y="3895344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95344"/>
            <a:ext cx="54772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is fast, but concurrent access must be controlled.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548640" y="5065776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34924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065776"/>
            <a:ext cx="54772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stores the latest message in a shared structure.</a:t>
            </a:r>
            <a:endParaRPr lang="en-US" sz="1800" dirty="0"/>
          </a:p>
        </p:txBody>
      </p:sp>
      <p:sp>
        <p:nvSpPr>
          <p:cNvPr id="21" name="Diagram card"/>
          <p:cNvSpPr/>
          <p:nvPr/>
        </p:nvSpPr>
        <p:spPr>
          <a:xfrm>
            <a:off x="7498080" y="1554480"/>
            <a:ext cx="4114800" cy="4498848"/>
          </a:xfrm>
          <a:prstGeom prst="roundRect">
            <a:avLst>
              <a:gd name="adj" fmla="val 2667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1828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63840" y="1828800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12700">
            <a:solidFill>
              <a:srgbClr val="3BA7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0" y="1828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863840" y="5212080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12700">
            <a:solidFill>
              <a:srgbClr val="3BA7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0" y="5212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863840" y="315468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3154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A7D9"/>
                </a:solidFill>
              </a:rPr>
              <a:t>↕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4297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A7D9"/>
                </a:solidFill>
              </a:rPr>
              <a:t>↕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Using a Semaphore</a:t>
            </a:r>
            <a:endParaRPr lang="en-US" sz="3600" dirty="0"/>
          </a:p>
        </p:txBody>
      </p:sp>
      <p:sp>
        <p:nvSpPr>
          <p:cNvPr id="5" name="Analogy card"/>
          <p:cNvSpPr/>
          <p:nvPr/>
        </p:nvSpPr>
        <p:spPr>
          <a:xfrm>
            <a:off x="548640" y="1645920"/>
            <a:ext cx="4206240" cy="4389120"/>
          </a:xfrm>
          <a:prstGeom prst="roundRect">
            <a:avLst>
              <a:gd name="adj" fmla="val 260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the semaphore as one key for a shared room.</a:t>
            </a:r>
            <a:endParaRPr lang="en-US" sz="2800" dirty="0"/>
          </a:p>
        </p:txBody>
      </p:sp>
      <p:sp>
        <p:nvSpPr>
          <p:cNvPr id="7" name="Card"/>
          <p:cNvSpPr/>
          <p:nvPr/>
        </p:nvSpPr>
        <p:spPr>
          <a:xfrm>
            <a:off x="5029200" y="164592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210312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783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sem_wait()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240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access before reading or writing.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5029200" y="320040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365760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337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947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updates the message and metadata while holding the lock.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5029200" y="475488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521208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892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sem_post()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5349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the lock for the next process.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Dashboard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1051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544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browser page provides a message input form.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65176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0779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517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invokes the C program to write the submitted message.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374904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0507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490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reader command verifies the stored message.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484632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0235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463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http://127.0.0.1:8000 while dashboard.py is running.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04688" y="1618488"/>
            <a:ext cx="6181344" cy="3582071"/>
          </a:xfrm>
          <a:prstGeom prst="roundRect">
            <a:avLst>
              <a:gd name="adj" fmla="val 2553"/>
            </a:avLst>
          </a:prstGeom>
          <a:solidFill>
            <a:srgbClr val="13213A"/>
          </a:solidFill>
          <a:ln w="15875">
            <a:solidFill>
              <a:srgbClr val="22C1A0"/>
            </a:solidFill>
            <a:prstDash val="solid"/>
          </a:ln>
        </p:spPr>
      </p:sp>
      <p:pic>
        <p:nvPicPr>
          <p:cNvPr id="22" name="Image 0" descr="Live dashboard at 127.0.0.1:80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91640"/>
            <a:ext cx="6035040" cy="3435767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504688" y="5237135"/>
            <a:ext cx="618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at 127.0.0.1:8000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Observed Results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1051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54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the C source successfully with GCC.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65176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0779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517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shared memory and tested write/read commands.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374904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0507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490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concurrent writers completed and the version number advanced.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484632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02352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463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“Final Hackathon Test” in the dashboard and read it in a second terminal.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7648" y="1408176"/>
            <a:ext cx="5358384" cy="816237"/>
          </a:xfrm>
          <a:prstGeom prst="roundRect">
            <a:avLst>
              <a:gd name="adj" fmla="val 11203"/>
            </a:avLst>
          </a:prstGeom>
          <a:solidFill>
            <a:srgbClr val="13213A"/>
          </a:solidFill>
          <a:ln w="15875">
            <a:solidFill>
              <a:srgbClr val="22C1A0"/>
            </a:solidFill>
            <a:prstDash val="solid"/>
          </a:ln>
        </p:spPr>
      </p:sp>
      <p:pic>
        <p:nvPicPr>
          <p:cNvPr id="22" name="Image 0" descr="/home/claude/term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81328"/>
            <a:ext cx="5212080" cy="66993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327648" y="2260989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terminal: ./shm_exchange read → version 7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27648" y="2581029"/>
            <a:ext cx="5358384" cy="2539102"/>
          </a:xfrm>
          <a:prstGeom prst="roundRect">
            <a:avLst>
              <a:gd name="adj" fmla="val 3601"/>
            </a:avLst>
          </a:prstGeom>
          <a:solidFill>
            <a:srgbClr val="13213A"/>
          </a:solidFill>
          <a:ln w="15875">
            <a:solidFill>
              <a:srgbClr val="22C1A0"/>
            </a:solidFill>
            <a:prstDash val="solid"/>
          </a:ln>
        </p:spPr>
      </p:sp>
      <p:pic>
        <p:nvPicPr>
          <p:cNvPr id="25" name="Image 1" descr="/root/.claude/uploads/9801f0dd-298a-5b7d-8426-97defcc98397/13c9e743-im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54181"/>
            <a:ext cx="5212080" cy="23927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5" name="Limitations card"/>
          <p:cNvSpPr/>
          <p:nvPr/>
        </p:nvSpPr>
        <p:spPr>
          <a:xfrm>
            <a:off x="548640" y="164592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14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latest message is stored; it is not a message queue.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657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demo has no authentication and is intended for controlled testing.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800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while holding the semaphore may need recovery handling.</a:t>
            </a:r>
            <a:endParaRPr lang="en-US" sz="1700" dirty="0"/>
          </a:p>
        </p:txBody>
      </p:sp>
      <p:sp>
        <p:nvSpPr>
          <p:cNvPr id="16" name="Future work card"/>
          <p:cNvSpPr/>
          <p:nvPr/>
        </p:nvSpPr>
        <p:spPr>
          <a:xfrm>
            <a:off x="6309360" y="164592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7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629400" y="2560320"/>
            <a:ext cx="466344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2700">
            <a:solidFill>
              <a:srgbClr val="2C5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2560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29400" y="3200400"/>
            <a:ext cx="466344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2700">
            <a:solidFill>
              <a:srgbClr val="2C5A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200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29400" y="3840480"/>
            <a:ext cx="466344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2700">
            <a:solidFill>
              <a:srgbClr val="2C5A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29400" y="4480560"/>
            <a:ext cx="466344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2700">
            <a:solidFill>
              <a:srgbClr val="2C5A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4480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clients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29400" y="5120640"/>
            <a:ext cx="466344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2700">
            <a:solidFill>
              <a:srgbClr val="2C5A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5120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C1A0"/>
          </a:solidFill>
          <a:ln w="12700">
            <a:solidFill>
              <a:srgbClr val="22C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inter-process communication using shared memory.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3383280" y="17373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011680"/>
            <a:ext cx="594360" cy="59436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3464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process-shared semaphore protects updates and helps maintain consistency.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6217920" y="17373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83464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a simple way to send data for another process to read.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9052560" y="17373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13A"/>
          </a:solidFill>
          <a:ln w="12700">
            <a:solidFill>
              <a:srgbClr val="223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011680"/>
            <a:ext cx="594360" cy="59436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2C1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83464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tests demonstrated message exchange and concurrent-writer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2304F"/>
          </a:solidFill>
          <a:ln w="12700">
            <a:solidFill>
              <a:srgbClr val="12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210312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8328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C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8  |  B. Pranavi  •  T. Hansini  •  V. Charishma  |  Guide: Dr. Muniraju Naidu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Memory Based Data Exchange System</dc:title>
  <dc:subject>PptxGenJS Presentation</dc:subject>
  <dc:creator>PptxGenJS</dc:creator>
  <cp:lastModifiedBy>PptxGenJS</cp:lastModifiedBy>
  <cp:revision>1</cp:revision>
  <dcterms:created xsi:type="dcterms:W3CDTF">2026-10-16T14:45:15Z</dcterms:created>
  <dcterms:modified xsi:type="dcterms:W3CDTF">2026-10-16T14:45:15Z</dcterms:modified>
</cp:coreProperties>
</file>