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8.png"/><Relationship Id="rId11" Type="http://schemas.openxmlformats.org/officeDocument/2006/relationships/image" Target="../media/image-7-11.png"/><Relationship Id="rId12" Type="http://schemas.openxmlformats.org/officeDocument/2006/relationships/image" Target="../media/image-7-9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743200"/>
            <a:ext cx="7772400" cy="777240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-1737360"/>
            <a:ext cx="5760720" cy="5760720"/>
          </a:xfrm>
          <a:prstGeom prst="ellipse">
            <a:avLst/>
          </a:prstGeom>
          <a:solidFill>
            <a:srgbClr val="1B2450"/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3840480"/>
            <a:ext cx="6583680" cy="658368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5" name="Shape 3"/>
          <p:cNvSpPr/>
          <p:nvPr/>
        </p:nvSpPr>
        <p:spPr>
          <a:xfrm>
            <a:off x="-1920240" y="4663440"/>
            <a:ext cx="4572000" cy="4572000"/>
          </a:xfrm>
          <a:prstGeom prst="ellipse">
            <a:avLst/>
          </a:prstGeom>
          <a:solidFill>
            <a:srgbClr val="1B2450"/>
          </a:solidFill>
          <a:ln/>
        </p:spPr>
      </p:sp>
      <p:sp>
        <p:nvSpPr>
          <p:cNvPr id="6" name="Shape 4"/>
          <p:cNvSpPr/>
          <p:nvPr/>
        </p:nvSpPr>
        <p:spPr>
          <a:xfrm>
            <a:off x="5468112" y="502920"/>
            <a:ext cx="1280160" cy="1280160"/>
          </a:xfrm>
          <a:prstGeom prst="ellipse">
            <a:avLst/>
          </a:prstGeom>
          <a:ln w="15875">
            <a:solidFill>
              <a:srgbClr val="F2A93B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632704" y="667512"/>
            <a:ext cx="950976" cy="9509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larm_ppt/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886968"/>
            <a:ext cx="512064" cy="512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82512" y="576072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14884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20" kern="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•  SYSTEMS PROGRAMMING  (25CS2104E)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514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CLOCK SYSTEM</a:t>
            </a:r>
            <a:endParaRPr lang="en-US" sz="4600" dirty="0"/>
          </a:p>
        </p:txBody>
      </p:sp>
      <p:sp>
        <p:nvSpPr>
          <p:cNvPr id="12" name="Shape 9"/>
          <p:cNvSpPr/>
          <p:nvPr/>
        </p:nvSpPr>
        <p:spPr>
          <a:xfrm>
            <a:off x="5394960" y="3639312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3730752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Systems Programming Project Using Processes, Timers &amp; Signals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3127248" y="4892040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232E63"/>
          </a:solidFill>
          <a:ln w="12700">
            <a:solidFill>
              <a:srgbClr val="3942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5056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 •   TEAM 8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127248" y="5394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Charishma      B. Pranavi      T. Hansini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127248" y="5779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  •  Term 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4206240" cy="420624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-1554480"/>
            <a:ext cx="2377440" cy="237744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48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57276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2834640"/>
            <a:ext cx="1371600" cy="137160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9" name="Image 0" descr="/home/claude/alarm_ppt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3163824"/>
            <a:ext cx="713232" cy="7132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98448" y="2834640"/>
            <a:ext cx="1371600" cy="1371600"/>
          </a:xfrm>
          <a:prstGeom prst="ellipse">
            <a:avLst/>
          </a:prstGeom>
          <a:ln w="12700">
            <a:solidFill>
              <a:srgbClr val="434E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OS theory into 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terminal application.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26280" y="594360"/>
            <a:ext cx="7178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Clock System is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Linux-based systems programming project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developed in C to demonstrate how an operating system manages timed events using processes and signals.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26280" y="2011680"/>
            <a:ext cx="3451860" cy="1207008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alarm_ppt/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31720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09160" y="2194560"/>
            <a:ext cx="566928" cy="566928"/>
          </a:xfrm>
          <a:prstGeom prst="ellipse">
            <a:avLst/>
          </a:prstGeom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22392" y="2176272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Scheduling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09160" y="2761488"/>
            <a:ext cx="30861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alarm using a specified time or delay.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252460" y="2011680"/>
            <a:ext cx="3451860" cy="1207008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5340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alarm_ppt/icons/repea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331720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35340" y="2194560"/>
            <a:ext cx="566928" cy="566928"/>
          </a:xfrm>
          <a:prstGeom prst="ellipse">
            <a:avLst/>
          </a:prstGeom>
          <a:ln w="12700">
            <a:solidFill>
              <a:srgbClr val="E3E8F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8572" y="2176272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Design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35340" y="2761488"/>
            <a:ext cx="30861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keeps running other activities while waiting.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26280" y="3419856"/>
            <a:ext cx="3451860" cy="1207008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09160" y="36027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alarm_ppt/icons/z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39896"/>
            <a:ext cx="292608" cy="29260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709160" y="3602736"/>
            <a:ext cx="566928" cy="566928"/>
          </a:xfrm>
          <a:prstGeom prst="ellipse">
            <a:avLst/>
          </a:prstGeom>
          <a:ln w="12700">
            <a:solidFill>
              <a:srgbClr val="E3E8F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22392" y="3584448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&amp; Signal Driven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709160" y="4169664"/>
            <a:ext cx="30861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and signals generate and handle the alarm event.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252460" y="3419856"/>
            <a:ext cx="3451860" cy="1207008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435340" y="36027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/home/claude/alarm_ppt/icons/x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739896"/>
            <a:ext cx="292608" cy="29260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435340" y="3602736"/>
            <a:ext cx="566928" cy="566928"/>
          </a:xfrm>
          <a:prstGeom prst="ellipse">
            <a:avLst/>
          </a:prstGeom>
          <a:ln w="12700">
            <a:solidFill>
              <a:srgbClr val="E3E8F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148572" y="3584448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435340" y="4169664"/>
            <a:ext cx="30861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 active alarm or manage multiple alarm requests.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45720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B245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4572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timed events, process suspension &amp; async signal notification.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0" name="Image 0" descr="/home/claude/alarm_ppt/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677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Alarms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alarm for a specific time or delay.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7304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87452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65904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6" name="Image 1" descr="/home/claude/alarm_ppt/icons/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064" y="226771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65904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Other Work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65904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performing tasks while the alarm is pending.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25968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25968" y="187452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Shape 17"/>
          <p:cNvSpPr/>
          <p:nvPr/>
        </p:nvSpPr>
        <p:spPr>
          <a:xfrm>
            <a:off x="8354568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2" name="Image 2" descr="/home/claude/alarm_ppt/icons/settin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728" y="22677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54568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Process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54568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and manage a dedicated alarm process.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95478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27" name="Shape 22"/>
          <p:cNvSpPr/>
          <p:nvPr/>
        </p:nvSpPr>
        <p:spPr>
          <a:xfrm>
            <a:off x="777240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8" name="Image 3" descr="/home/claude/alarm_ppt/icons/z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797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7240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Alarm Event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77240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timers or signals to fire at the right moment.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337304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37304" y="395478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3" name="Shape 27"/>
          <p:cNvSpPr/>
          <p:nvPr/>
        </p:nvSpPr>
        <p:spPr>
          <a:xfrm>
            <a:off x="4565904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34" name="Image 4" descr="/home/claude/alarm_ppt/icons/bel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064" y="4347972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565904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User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65904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user clearly once time is reached.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25968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125968" y="395478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39" name="Shape 32"/>
          <p:cNvSpPr/>
          <p:nvPr/>
        </p:nvSpPr>
        <p:spPr>
          <a:xfrm>
            <a:off x="8354568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40" name="Image 5" descr="/home/claude/alarm_ppt/icons/x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728" y="4347972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354568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Active Alarms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354568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 alarm before it triggers.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834640"/>
            <a:ext cx="4754880" cy="475488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6035040"/>
            <a:ext cx="4572000" cy="457200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148840"/>
            <a:ext cx="0" cy="3794760"/>
          </a:xfrm>
          <a:prstGeom prst="line">
            <a:avLst/>
          </a:prstGeom>
          <a:noFill/>
          <a:ln w="19050">
            <a:solidFill>
              <a:srgbClr val="3A4488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950976" y="2093976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0939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965960"/>
            <a:ext cx="9966960" cy="841248"/>
          </a:xfrm>
          <a:prstGeom prst="roundRect">
            <a:avLst>
              <a:gd name="adj" fmla="val 9783"/>
            </a:avLst>
          </a:prstGeom>
          <a:solidFill>
            <a:srgbClr val="232E63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808" y="2139696"/>
            <a:ext cx="493776" cy="493776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12" name="Image 0" descr="/home/claude/alarm_ppt/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25856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60320" y="205740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Core Application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560320" y="2350008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Linux-based alarm clock application using C.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50976" y="3118104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950976" y="3118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1640" y="2990088"/>
            <a:ext cx="9966960" cy="841248"/>
          </a:xfrm>
          <a:prstGeom prst="roundRect">
            <a:avLst>
              <a:gd name="adj" fmla="val 9783"/>
            </a:avLst>
          </a:prstGeom>
          <a:solidFill>
            <a:srgbClr val="232E63"/>
          </a:solidFill>
          <a:ln/>
        </p:spPr>
      </p:sp>
      <p:sp>
        <p:nvSpPr>
          <p:cNvPr id="18" name="Shape 15"/>
          <p:cNvSpPr/>
          <p:nvPr/>
        </p:nvSpPr>
        <p:spPr>
          <a:xfrm>
            <a:off x="1892808" y="3163824"/>
            <a:ext cx="493776" cy="493776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19" name="Image 1" descr="/home/claude/alarm_ppt/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8269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60320" y="308152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Alarm Input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2560320" y="3374136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set an alarm using a specified time or delay.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50976" y="414223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950976" y="41422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691640" y="4014216"/>
            <a:ext cx="9966960" cy="841248"/>
          </a:xfrm>
          <a:prstGeom prst="roundRect">
            <a:avLst>
              <a:gd name="adj" fmla="val 9783"/>
            </a:avLst>
          </a:prstGeom>
          <a:solidFill>
            <a:srgbClr val="232E63"/>
          </a:solidFill>
          <a:ln/>
        </p:spPr>
      </p:sp>
      <p:sp>
        <p:nvSpPr>
          <p:cNvPr id="25" name="Shape 21"/>
          <p:cNvSpPr/>
          <p:nvPr/>
        </p:nvSpPr>
        <p:spPr>
          <a:xfrm>
            <a:off x="1892808" y="4187952"/>
            <a:ext cx="493776" cy="493776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26" name="Image 2" descr="/home/claude/alarm_ppt/icons/z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30682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560320" y="4105656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&amp; Signal Mechanics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2560320" y="439826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processes, timers, and signals to generate and handle alarm events.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50976" y="51663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5"/>
          <p:cNvSpPr/>
          <p:nvPr/>
        </p:nvSpPr>
        <p:spPr>
          <a:xfrm>
            <a:off x="950976" y="5166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691640" y="5038344"/>
            <a:ext cx="9966960" cy="841248"/>
          </a:xfrm>
          <a:prstGeom prst="roundRect">
            <a:avLst>
              <a:gd name="adj" fmla="val 9783"/>
            </a:avLst>
          </a:prstGeom>
          <a:solidFill>
            <a:srgbClr val="232E63"/>
          </a:solidFill>
          <a:ln/>
        </p:spPr>
      </p:sp>
      <p:sp>
        <p:nvSpPr>
          <p:cNvPr id="32" name="Shape 27"/>
          <p:cNvSpPr/>
          <p:nvPr/>
        </p:nvSpPr>
        <p:spPr>
          <a:xfrm>
            <a:off x="1892808" y="5212080"/>
            <a:ext cx="493776" cy="493776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33" name="Image 3" descr="/home/claude/alarm_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5330952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560320" y="5129784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Alarm Handling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2560320" y="542239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cancellation and multiple alarm requests while demonstrating OS concepts.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parent (menu) process and the child (monitor) process work together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22876" y="1691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4777740" y="16916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 →  creates Child Process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02552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 (MONITOR)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4476" y="2148840"/>
            <a:ext cx="0" cy="914"/>
          </a:xfrm>
          <a:prstGeom prst="line">
            <a:avLst/>
          </a:prstGeom>
          <a:noFill/>
          <a:ln w="1270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4476" y="2148840"/>
            <a:ext cx="0" cy="182880"/>
          </a:xfrm>
          <a:prstGeom prst="line">
            <a:avLst/>
          </a:prstGeom>
          <a:noFill/>
          <a:ln w="19050">
            <a:solidFill>
              <a:srgbClr val="5A66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331720"/>
            <a:ext cx="6062472" cy="0"/>
          </a:xfrm>
          <a:prstGeom prst="line">
            <a:avLst/>
          </a:prstGeom>
          <a:noFill/>
          <a:ln w="19050">
            <a:solidFill>
              <a:srgbClr val="5A66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331720"/>
            <a:ext cx="0" cy="182880"/>
          </a:xfrm>
          <a:prstGeom prst="line">
            <a:avLst/>
          </a:prstGeom>
          <a:noFill/>
          <a:ln w="1905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25712" y="2331720"/>
            <a:ext cx="0" cy="182880"/>
          </a:xfrm>
          <a:prstGeom prst="line">
            <a:avLst/>
          </a:prstGeom>
          <a:noFill/>
          <a:ln w="19050">
            <a:solidFill>
              <a:srgbClr val="5A66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25146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14600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SIGUSR1 Handler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02552" y="25146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2514600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Every 1 Second (sleep)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63240" y="2971800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25712" y="2971800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322783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227832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 (9 Options)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02552" y="322783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416" y="3227832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Time with Each Alarm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63240" y="3685032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25712" y="3685032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941064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941064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Selected Action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02552" y="3941064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3941064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 → Save History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63240" y="4398264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25712" y="4398264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4654296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4654296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Alarm Notification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02552" y="4654296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654296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kill(parent, SIGUSR1)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063240" y="5111496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25712" y="5111496"/>
            <a:ext cx="0" cy="256032"/>
          </a:xfrm>
          <a:prstGeom prst="line">
            <a:avLst/>
          </a:prstGeom>
          <a:noFill/>
          <a:ln w="19050">
            <a:solidFill>
              <a:srgbClr val="8A93C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40080" y="5367528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5367528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→  kill(child) + munmap()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702552" y="5367528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232E63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5367528"/>
            <a:ext cx="4736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Loop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0" y="4882896"/>
            <a:ext cx="1216152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  <a:headEnd type="triangle"/>
          </a:ln>
        </p:spPr>
      </p:sp>
      <p:sp>
        <p:nvSpPr>
          <p:cNvPr id="44" name="Text 42"/>
          <p:cNvSpPr/>
          <p:nvPr/>
        </p:nvSpPr>
        <p:spPr>
          <a:xfrm>
            <a:off x="5486400" y="4590288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 (async signal)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Trigger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a single alarm — from creation to notification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08476" y="17830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B2450"/>
          </a:solidFill>
          <a:ln/>
        </p:spPr>
      </p:sp>
      <p:sp>
        <p:nvSpPr>
          <p:cNvPr id="7" name="Text 5"/>
          <p:cNvSpPr/>
          <p:nvPr/>
        </p:nvSpPr>
        <p:spPr>
          <a:xfrm>
            <a:off x="3863340" y="1783080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Alarm (Time, Label, Repeat Type)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2286000"/>
            <a:ext cx="0" cy="237744"/>
          </a:xfrm>
          <a:prstGeom prst="line">
            <a:avLst/>
          </a:prstGeom>
          <a:noFill/>
          <a:ln w="19050">
            <a:solidFill>
              <a:srgbClr val="9AA3D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08476" y="2523744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B2450"/>
          </a:solidFill>
          <a:ln/>
        </p:spPr>
      </p:sp>
      <p:sp>
        <p:nvSpPr>
          <p:cNvPr id="10" name="Text 8"/>
          <p:cNvSpPr/>
          <p:nvPr/>
        </p:nvSpPr>
        <p:spPr>
          <a:xfrm>
            <a:off x="3863340" y="2523744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Checks Time Every Second (sleep loop)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3026664"/>
            <a:ext cx="0" cy="237744"/>
          </a:xfrm>
          <a:prstGeom prst="line">
            <a:avLst/>
          </a:prstGeom>
          <a:noFill/>
          <a:ln w="19050">
            <a:solidFill>
              <a:srgbClr val="9AA3D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48556" y="3264408"/>
            <a:ext cx="3291840" cy="566928"/>
          </a:xfrm>
          <a:prstGeom prst="diamond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11396" y="32644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Matches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4476" y="3831336"/>
            <a:ext cx="0" cy="237744"/>
          </a:xfrm>
          <a:prstGeom prst="line">
            <a:avLst/>
          </a:prstGeom>
          <a:noFill/>
          <a:ln w="19050">
            <a:solidFill>
              <a:srgbClr val="9AA3D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31636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40396" y="3547872"/>
            <a:ext cx="1143000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83396" y="2775204"/>
            <a:ext cx="0" cy="772668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0476" y="2775204"/>
            <a:ext cx="502920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7758684" y="32552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08476" y="40690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863340" y="4069080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kill(parent, SIGUSR1)  +  Save to History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4476" y="4572000"/>
            <a:ext cx="0" cy="237744"/>
          </a:xfrm>
          <a:prstGeom prst="line">
            <a:avLst/>
          </a:prstGeom>
          <a:noFill/>
          <a:ln w="19050">
            <a:solidFill>
              <a:srgbClr val="9AA3D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08476" y="4809744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B2450"/>
          </a:solidFill>
          <a:ln/>
        </p:spPr>
      </p:sp>
      <p:sp>
        <p:nvSpPr>
          <p:cNvPr id="24" name="Text 22"/>
          <p:cNvSpPr/>
          <p:nvPr/>
        </p:nvSpPr>
        <p:spPr>
          <a:xfrm>
            <a:off x="3863340" y="4809744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Notification Displayed to User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4476" y="5312664"/>
            <a:ext cx="0" cy="237744"/>
          </a:xfrm>
          <a:prstGeom prst="line">
            <a:avLst/>
          </a:prstGeom>
          <a:noFill/>
          <a:ln w="19050">
            <a:solidFill>
              <a:srgbClr val="9AA3D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08476" y="5550408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232E63"/>
          </a:solidFill>
          <a:ln/>
        </p:spPr>
      </p:sp>
      <p:sp>
        <p:nvSpPr>
          <p:cNvPr id="27" name="Text 25"/>
          <p:cNvSpPr/>
          <p:nvPr/>
        </p:nvSpPr>
        <p:spPr>
          <a:xfrm>
            <a:off x="3863340" y="5550408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→ Disabled   |   Daily / Weekday → Resets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&amp; Tools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0352" y="129844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6537960" cy="384048"/>
          </a:xfrm>
          <a:prstGeom prst="roundRect">
            <a:avLst>
              <a:gd name="adj" fmla="val 14286"/>
            </a:avLst>
          </a:prstGeom>
          <a:solidFill>
            <a:srgbClr val="1B245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 /  LINUX APIs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6537960" cy="598932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2128266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9" name="Image 0" descr="/home/claude/alarm_ppt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1056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039112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291840" y="2039112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separate process to manage the alarm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683764"/>
            <a:ext cx="653796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12648" y="2800350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4" name="Image 1" descr="/home/claude/alarm_ppt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88264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711196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291840" y="2711196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handles the alarm event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3355848"/>
            <a:ext cx="6537960" cy="598932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12648" y="3472434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9" name="Image 2" descr="/home/claude/alarm_ppt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5473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383280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/ alarm()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291840" y="3383280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event after the specified time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4027932"/>
            <a:ext cx="653796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12648" y="4144518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4" name="Image 3" descr="/home/claude/alarm_ppt/icons/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226814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4055364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3291840" y="4055364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alarm signal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02920" y="4700016"/>
            <a:ext cx="6537960" cy="598932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8" name="Shape 22"/>
          <p:cNvSpPr/>
          <p:nvPr/>
        </p:nvSpPr>
        <p:spPr>
          <a:xfrm>
            <a:off x="612648" y="4816602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9" name="Image 4" descr="/home/claude/alarm_ppt/icons/pa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89889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4727448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Suspension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3291840" y="4727448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alarm process waiting until alarm time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02920" y="5372100"/>
            <a:ext cx="653796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612648" y="5488686"/>
            <a:ext cx="365760" cy="36576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34" name="Image 5" descr="/home/claude/alarm_ppt/icons/li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57098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97280" y="5399532"/>
            <a:ext cx="214884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3291840" y="5399532"/>
            <a:ext cx="35661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active and completed alarm processes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02920" y="2011680"/>
            <a:ext cx="0" cy="4032504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360920" y="1508760"/>
            <a:ext cx="4343400" cy="384048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</p:sp>
      <p:sp>
        <p:nvSpPr>
          <p:cNvPr id="39" name="Text 31"/>
          <p:cNvSpPr/>
          <p:nvPr/>
        </p:nvSpPr>
        <p:spPr>
          <a:xfrm>
            <a:off x="7543800" y="15087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7360920" y="2011680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41" name="Shape 33"/>
          <p:cNvSpPr/>
          <p:nvPr/>
        </p:nvSpPr>
        <p:spPr>
          <a:xfrm>
            <a:off x="7470648" y="2128266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42" name="Image 6" descr="/home/claude/alarm_ppt/icons/cp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2210562"/>
            <a:ext cx="201168" cy="20116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955280" y="20391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7955280" y="2322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execution environment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7360920" y="2683764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46" name="Shape 37"/>
          <p:cNvSpPr/>
          <p:nvPr/>
        </p:nvSpPr>
        <p:spPr>
          <a:xfrm>
            <a:off x="7470648" y="2800350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47" name="Image 7" descr="/home/claude/alarm_ppt/icons/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44" y="2882646"/>
            <a:ext cx="201168" cy="20116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955280" y="27111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7955280" y="29946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7360920" y="3355848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51" name="Shape 41"/>
          <p:cNvSpPr/>
          <p:nvPr/>
        </p:nvSpPr>
        <p:spPr>
          <a:xfrm>
            <a:off x="7470648" y="3472434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52" name="Image 8" descr="/home/claude/alarm_ppt/icons/termin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2944" y="3554730"/>
            <a:ext cx="201168" cy="20116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955280" y="3383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7955280" y="3666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the C program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7360920" y="4027932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56" name="Shape 45"/>
          <p:cNvSpPr/>
          <p:nvPr/>
        </p:nvSpPr>
        <p:spPr>
          <a:xfrm>
            <a:off x="7470648" y="4144518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57" name="Image 9" descr="/home/claude/alarm_ppt/icons/co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44" y="4226814"/>
            <a:ext cx="201168" cy="20116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7955280" y="40553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Vim</a:t>
            </a:r>
            <a:endParaRPr lang="en-US" sz="1200" dirty="0"/>
          </a:p>
        </p:txBody>
      </p:sp>
      <p:sp>
        <p:nvSpPr>
          <p:cNvPr id="59" name="Text 47"/>
          <p:cNvSpPr/>
          <p:nvPr/>
        </p:nvSpPr>
        <p:spPr>
          <a:xfrm>
            <a:off x="7955280" y="43388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Source-code development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7360920" y="4700016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61" name="Shape 49"/>
          <p:cNvSpPr/>
          <p:nvPr/>
        </p:nvSpPr>
        <p:spPr>
          <a:xfrm>
            <a:off x="7470648" y="4816602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62" name="Image 10" descr="/home/claude/alarm_ppt/icons/gitbranc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4898898"/>
            <a:ext cx="201168" cy="201168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7955280" y="4727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64" name="Text 51"/>
          <p:cNvSpPr/>
          <p:nvPr/>
        </p:nvSpPr>
        <p:spPr>
          <a:xfrm>
            <a:off x="7955280" y="5010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repository</a:t>
            </a:r>
            <a:endParaRPr lang="en-US" sz="950" dirty="0"/>
          </a:p>
        </p:txBody>
      </p:sp>
      <p:sp>
        <p:nvSpPr>
          <p:cNvPr id="65" name="Shape 52"/>
          <p:cNvSpPr/>
          <p:nvPr/>
        </p:nvSpPr>
        <p:spPr>
          <a:xfrm>
            <a:off x="7360920" y="5372100"/>
            <a:ext cx="4343400" cy="598932"/>
          </a:xfrm>
          <a:prstGeom prst="roundRect">
            <a:avLst>
              <a:gd name="adj" fmla="val 10687"/>
            </a:avLst>
          </a:prstGeom>
          <a:solidFill>
            <a:srgbClr val="1B2450"/>
          </a:solidFill>
          <a:ln/>
        </p:spPr>
      </p:sp>
      <p:sp>
        <p:nvSpPr>
          <p:cNvPr id="66" name="Shape 53"/>
          <p:cNvSpPr/>
          <p:nvPr/>
        </p:nvSpPr>
        <p:spPr>
          <a:xfrm>
            <a:off x="7470648" y="5488686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67" name="Image 11" descr="/home/claude/alarm_ppt/icons/termin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2944" y="5570982"/>
            <a:ext cx="201168" cy="201168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7955280" y="53995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200" dirty="0"/>
          </a:p>
        </p:txBody>
      </p:sp>
      <p:sp>
        <p:nvSpPr>
          <p:cNvPr id="69" name="Text 55"/>
          <p:cNvSpPr/>
          <p:nvPr/>
        </p:nvSpPr>
        <p:spPr>
          <a:xfrm>
            <a:off x="7955280" y="56829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 &amp; testing</a:t>
            </a:r>
            <a:endParaRPr lang="en-US" sz="950" dirty="0"/>
          </a:p>
        </p:txBody>
      </p:sp>
      <p:sp>
        <p:nvSpPr>
          <p:cNvPr id="70" name="Text 5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71" name="Text 57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45720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B245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4572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process, timer and signal mechanisms covered in the objectives.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0" name="Image 0" descr="/home/claude/alarm_ppt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677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Alarms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up to 5 independent alarms, each with its own label.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7304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87452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65904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6" name="Image 1" descr="/home/claude/alarm_ppt/icons/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064" y="226771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65904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Options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65904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Once, Daily, or Weekdays-only repetition.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25968" y="187452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25968" y="187452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Shape 17"/>
          <p:cNvSpPr/>
          <p:nvPr/>
        </p:nvSpPr>
        <p:spPr>
          <a:xfrm>
            <a:off x="8354568" y="213055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2" name="Image 2" descr="/home/claude/alarm_ppt/icons/bellslas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728" y="22677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54568" y="283464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54568" y="315468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a ringing alarm for 5 extra minutes with one action.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95478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27" name="Shape 22"/>
          <p:cNvSpPr/>
          <p:nvPr/>
        </p:nvSpPr>
        <p:spPr>
          <a:xfrm>
            <a:off x="777240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8" name="Image 3" descr="/home/claude/alarm_ppt/icons/filetex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797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7240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History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77240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triggered alarm is logged to a history file on disk.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337304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37304" y="3954780"/>
            <a:ext cx="3514344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3" name="Shape 27"/>
          <p:cNvSpPr/>
          <p:nvPr/>
        </p:nvSpPr>
        <p:spPr>
          <a:xfrm>
            <a:off x="4565904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34" name="Image 4" descr="/home/claude/alarm_ppt/icons/wat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064" y="4347972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565904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65904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independent countdown timer in seconds.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25968" y="39547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125968" y="3954780"/>
            <a:ext cx="3514344" cy="54864"/>
          </a:xfrm>
          <a:prstGeom prst="rect">
            <a:avLst/>
          </a:prstGeom>
          <a:solidFill>
            <a:srgbClr val="1B2450"/>
          </a:solidFill>
          <a:ln/>
        </p:spPr>
      </p:sp>
      <p:sp>
        <p:nvSpPr>
          <p:cNvPr id="39" name="Shape 32"/>
          <p:cNvSpPr/>
          <p:nvPr/>
        </p:nvSpPr>
        <p:spPr>
          <a:xfrm>
            <a:off x="8354568" y="4210812"/>
            <a:ext cx="566928" cy="566928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40" name="Image 5" descr="/home/claude/alarm_ppt/icons/clo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728" y="4347972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354568" y="4914900"/>
            <a:ext cx="3057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24-Hour Display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354568" y="5234940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12-hour and 24-hour time formats.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560320"/>
            <a:ext cx="5120640" cy="512064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852160"/>
            <a:ext cx="4754880" cy="475488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453384" cy="3749040"/>
          </a:xfrm>
          <a:prstGeom prst="roundRect">
            <a:avLst>
              <a:gd name="adj" fmla="val 2648"/>
            </a:avLst>
          </a:prstGeom>
          <a:solidFill>
            <a:srgbClr val="232E6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11680"/>
            <a:ext cx="3453384" cy="6400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863852" y="2331720"/>
            <a:ext cx="822960" cy="822960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10" name="Image 0" descr="/home/claude/alarm_ppt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732" y="25146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3375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V. Charishma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70332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2520030140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955292" y="4096512"/>
            <a:ext cx="640080" cy="0"/>
          </a:xfrm>
          <a:prstGeom prst="line">
            <a:avLst/>
          </a:prstGeom>
          <a:noFill/>
          <a:ln w="12700">
            <a:solidFill>
              <a:srgbClr val="434E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29768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alarm scheduling, and main program implementation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7784" y="2011680"/>
            <a:ext cx="3453384" cy="3749040"/>
          </a:xfrm>
          <a:prstGeom prst="roundRect">
            <a:avLst>
              <a:gd name="adj" fmla="val 2648"/>
            </a:avLst>
          </a:prstGeom>
          <a:solidFill>
            <a:srgbClr val="232E63"/>
          </a:solidFill>
          <a:ln/>
        </p:spPr>
      </p:sp>
      <p:sp>
        <p:nvSpPr>
          <p:cNvPr id="16" name="Shape 13"/>
          <p:cNvSpPr/>
          <p:nvPr/>
        </p:nvSpPr>
        <p:spPr>
          <a:xfrm>
            <a:off x="4367784" y="2011680"/>
            <a:ext cx="3453384" cy="6400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Shape 14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18" name="Image 1" descr="/home/claude/alarm_ppt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5146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50664" y="33375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Pranavi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50664" y="370332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2520030026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774436" y="4096512"/>
            <a:ext cx="640080" cy="0"/>
          </a:xfrm>
          <a:prstGeom prst="line">
            <a:avLst/>
          </a:prstGeom>
          <a:noFill/>
          <a:ln w="12700">
            <a:solidFill>
              <a:srgbClr val="434E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42104" y="429768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handling, timer implementation, and alarm notification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186928" y="2011680"/>
            <a:ext cx="3453384" cy="3749040"/>
          </a:xfrm>
          <a:prstGeom prst="roundRect">
            <a:avLst>
              <a:gd name="adj" fmla="val 2648"/>
            </a:avLst>
          </a:prstGeom>
          <a:solidFill>
            <a:srgbClr val="232E63"/>
          </a:solidFill>
          <a:ln/>
        </p:spPr>
      </p:sp>
      <p:sp>
        <p:nvSpPr>
          <p:cNvPr id="24" name="Shape 20"/>
          <p:cNvSpPr/>
          <p:nvPr/>
        </p:nvSpPr>
        <p:spPr>
          <a:xfrm>
            <a:off x="8186928" y="2011680"/>
            <a:ext cx="3453384" cy="6400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9502140" y="2331720"/>
            <a:ext cx="822960" cy="822960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26" name="Image 2" descr="/home/claude/alarm_ppt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020" y="25146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69808" y="33375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 Hansini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69808" y="3703320"/>
            <a:ext cx="3087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2520030095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593580" y="4096512"/>
            <a:ext cx="640080" cy="0"/>
          </a:xfrm>
          <a:prstGeom prst="line">
            <a:avLst/>
          </a:prstGeom>
          <a:noFill/>
          <a:ln w="12700">
            <a:solidFill>
              <a:srgbClr val="434E9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61248" y="429768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cancellation, multiple alarm handling, testing, and documentation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E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practical ways this project could grow beyond the current console version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8" name="Image 0" descr="/home/claude/alarm_ppt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682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21284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Interface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console menu with a simple desktop or web UI.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7304" y="201168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5904" y="224028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3" name="Image 1" descr="/home/claude/alarm_ppt/icons/vol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236829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9992" y="221284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Alarm Ringtones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65904" y="292608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actual sound files instead of a terminal beep.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5968" y="201168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4568" y="224028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18" name="Image 2" descr="/home/claude/alarm_ppt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584" y="23682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8656" y="221284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Notifications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54568" y="292608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or push alerts when an alarm rings.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00050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3" name="Image 3" descr="/home/claude/alarm_ppt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571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20166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77240" y="491490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alarms across multiple devices using a cloud backend.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37304" y="400050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5904" y="422910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28" name="Image 4" descr="/home/claude/alarm_ppt/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920" y="435711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69992" y="420166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65904" y="491490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 cancel alarms using simple voice commands.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25968" y="4000500"/>
            <a:ext cx="351434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D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4568" y="4229100"/>
            <a:ext cx="548640" cy="548640"/>
          </a:xfrm>
          <a:prstGeom prst="ellipse">
            <a:avLst/>
          </a:prstGeom>
          <a:solidFill>
            <a:srgbClr val="1B2450"/>
          </a:solidFill>
          <a:ln/>
        </p:spPr>
      </p:sp>
      <p:pic>
        <p:nvPicPr>
          <p:cNvPr id="33" name="Image 5" descr="/home/claude/alarm_ppt/icons/map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35711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8656" y="4201668"/>
            <a:ext cx="2371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Context-Aware Alarms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354568" y="4914900"/>
            <a:ext cx="3057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wake times using traffic or location data.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232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50292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a functional, Linux-based Alarm Clock System in C that schedules alarms, notifies users on time, supports cancellation, and handles multiple alarm requests — all through Linux/POSIX process and signal mechanisms.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8" name="Image 0" descr="/home/claude/alarm_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3192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 of process creation &amp; suspension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776472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11" name="Image 1" descr="/home/claude/alarm_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8496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7307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timers and signal handling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14" name="Image 2" descr="/home/claude/alarm_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7997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42611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alarm scheduling and cancellation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837176"/>
            <a:ext cx="365760" cy="365760"/>
          </a:xfrm>
          <a:prstGeom prst="ellipse">
            <a:avLst/>
          </a:prstGeom>
          <a:solidFill>
            <a:srgbClr val="232E63"/>
          </a:solidFill>
          <a:ln/>
        </p:spPr>
      </p:sp>
      <p:pic>
        <p:nvPicPr>
          <p:cNvPr id="17" name="Image 3" descr="/home/claude/alarm_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9103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7914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Terminal-based testing across varied inputs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635240" y="17830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232E63"/>
          </a:solidFill>
          <a:ln/>
        </p:spPr>
      </p:sp>
      <p:sp>
        <p:nvSpPr>
          <p:cNvPr id="20" name="Shape 14"/>
          <p:cNvSpPr/>
          <p:nvPr/>
        </p:nvSpPr>
        <p:spPr>
          <a:xfrm>
            <a:off x="9281160" y="2194560"/>
            <a:ext cx="822960" cy="822960"/>
          </a:xfrm>
          <a:prstGeom prst="ellipse">
            <a:avLst/>
          </a:prstGeom>
          <a:solidFill>
            <a:srgbClr val="10173A"/>
          </a:solidFill>
          <a:ln/>
        </p:spPr>
      </p:sp>
      <p:pic>
        <p:nvPicPr>
          <p:cNvPr id="21" name="Image 4" descr="/home/claude/alarm_ppt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3774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6384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90956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command-line tool that turns OS theory into practice.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9326880" y="4709160"/>
            <a:ext cx="822960" cy="0"/>
          </a:xfrm>
          <a:prstGeom prst="line">
            <a:avLst/>
          </a:prstGeom>
          <a:noFill/>
          <a:ln w="12700">
            <a:solidFill>
              <a:srgbClr val="434E9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09560" y="4892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 •  Timers  •  Signals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Suspension  •  Cancellation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2026-09-24T04:55:37Z</dcterms:created>
  <dcterms:modified xsi:type="dcterms:W3CDTF">2026-09-24T04:55:37Z</dcterms:modified>
</cp:coreProperties>
</file>